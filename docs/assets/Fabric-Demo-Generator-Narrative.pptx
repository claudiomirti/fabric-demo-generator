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Fabric Data Demo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9CCFF"/>
                </a:solidFill>
                <a:latin typeface="Segoe UI"/>
              </a:defRPr>
            </a:pPr>
            <a:r>
              <a:t>Production-Shaped Demo Data for Microsoft Fabric —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Microsoft Fabric  +  Direct Lake  +  Data Agents</a:t>
            </a:r>
          </a:p>
          <a:p>
            <a:pPr>
              <a:spcBef>
                <a:spcPts val="1200"/>
              </a:spcBef>
              <a:defRPr sz="1600" b="0">
                <a:solidFill>
                  <a:srgbClr val="888888"/>
                </a:solidFill>
                <a:latin typeface="Segoe UI"/>
              </a:defRPr>
            </a:pPr>
            <a:r>
              <a:t>Retail · Manufacturing · FSI · Healthcare · Life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74920"/>
            <a:ext cx="82296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51023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From empty workspace to data-agent-ready model in five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github.com/claudiomirti/fabric-demo-generator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🔴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1B1B"/>
                </a:solidFill>
                <a:latin typeface="Segoe UI"/>
              </a:defRPr>
            </a:pPr>
            <a:r>
              <a:t>Every Fabric demo, POC, or data agent evaluation needs realistic data in a governed model — and building one by hand takes a day.</a:t>
            </a:r>
          </a:p>
          <a:p>
            <a:pPr>
              <a:spcBef>
                <a:spcPts val="0"/>
              </a:spcBef>
              <a:defRPr sz="8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606060"/>
                </a:solidFill>
                <a:latin typeface="Segoe UI"/>
              </a:defRPr>
            </a:pPr>
            <a:r>
              <a:t>•  Toy CSVs — no star schema, nothing to show</a:t>
            </a:r>
          </a:p>
          <a:p>
            <a:pPr>
              <a:spcBef>
                <a:spcPts val="400"/>
              </a:spcBef>
              <a:defRPr sz="1300" b="0">
                <a:solidFill>
                  <a:srgbClr val="606060"/>
                </a:solidFill>
                <a:latin typeface="Segoe UI"/>
              </a:defRPr>
            </a:pPr>
            <a:r>
              <a:t>•  Hand-built model — hours of clicking, easy to get wrong</a:t>
            </a:r>
          </a:p>
          <a:p>
            <a:pPr>
              <a:spcBef>
                <a:spcPts val="400"/>
              </a:spcBef>
              <a:defRPr sz="1300" b="0">
                <a:solidFill>
                  <a:srgbClr val="606060"/>
                </a:solidFill>
                <a:latin typeface="Segoe UI"/>
              </a:defRPr>
            </a:pPr>
            <a:r>
              <a:t>•  Undescribed model — the data agent answers badly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💡  THE WHY</a:t>
            </a:r>
          </a:p>
          <a:p>
            <a:pPr>
              <a:spcBef>
                <a:spcPts val="0"/>
              </a:spcBef>
              <a:defRPr sz="6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606060"/>
                </a:solidFill>
                <a:latin typeface="Segoe UI"/>
              </a:defRPr>
            </a:pPr>
            <a:r>
              <a:t>"You can't show what a data agent can do on an empty workspace."</a:t>
            </a:r>
          </a:p>
          <a:p>
            <a:pPr>
              <a:spcBef>
                <a:spcPts val="0"/>
              </a:spcBef>
              <a:defRPr sz="6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✓  Looks like a real business — a star schema</a:t>
            </a:r>
          </a:p>
          <a:p>
            <a:pPr>
              <a:spcBef>
                <a:spcPts val="4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✓  Direct Lake on OneLake — the modern default</a:t>
            </a:r>
          </a:p>
          <a:p>
            <a:pPr>
              <a:spcBef>
                <a:spcPts val="4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✓  Descriptions on every table, column, measure</a:t>
            </a:r>
          </a:p>
          <a:p>
            <a:pPr>
              <a:spcBef>
                <a:spcPts val="4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✓  Repeatable — any workspace, in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50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⚙️  THE HOW  —  One App. Five Industries. Two Modes.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34747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1 —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Local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Fact + 3 dimensions</a:t>
            </a: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Up to 10,000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572000"/>
            <a:ext cx="34747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2 — Provision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892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Lakehouse + 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CSV → OneLake</a:t>
            </a: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Load Table API</a:t>
            </a: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Layout auto-detected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572000"/>
            <a:ext cx="34747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3 —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Direct Lake + Ontology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Described model</a:t>
            </a: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DAX measures</a:t>
            </a:r>
          </a:p>
          <a:p>
            <a:pPr>
              <a:spcBef>
                <a:spcPts val="200"/>
              </a:spcBef>
              <a:defRPr sz="1200" b="0">
                <a:solidFill>
                  <a:srgbClr val="1B1B1B"/>
                </a:solidFill>
                <a:latin typeface="Segoe UI"/>
              </a:defRPr>
            </a:pPr>
            <a:r>
              <a:t>•  Framed &amp;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🎯  THE WHAT  +  🏆  THE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92608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One App, A Complete Demo Environment</a:t>
            </a:r>
          </a:p>
          <a:p>
            <a:pPr>
              <a:spcBef>
                <a:spcPts val="0"/>
              </a:spcBef>
              <a:defRPr sz="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▸  5 Industry Datasets</a:t>
            </a:r>
          </a:p>
          <a:p>
            <a:pPr>
              <a:spcBef>
                <a:spcPts val="100"/>
              </a:spcBef>
              <a:defRPr sz="1100" b="0">
                <a:solidFill>
                  <a:srgbClr val="606060"/>
                </a:solidFill>
                <a:latin typeface="Segoe UI"/>
              </a:defRPr>
            </a:pPr>
            <a:r>
              <a:t>    Retail, Mfg, FSI, Healthcare, Life Science</a:t>
            </a:r>
          </a:p>
          <a:p>
            <a:pPr>
              <a:spcBef>
                <a:spcPts val="0"/>
              </a:spcBef>
              <a:defRPr sz="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▸  Lakehouse + Delta Tables</a:t>
            </a:r>
          </a:p>
          <a:p>
            <a:pPr>
              <a:spcBef>
                <a:spcPts val="100"/>
              </a:spcBef>
              <a:defRPr sz="1100" b="0">
                <a:solidFill>
                  <a:srgbClr val="606060"/>
                </a:solidFill>
                <a:latin typeface="Segoe UI"/>
              </a:defRPr>
            </a:pPr>
            <a:r>
              <a:t>    CSV → OneLake → Load Table API</a:t>
            </a:r>
          </a:p>
          <a:p>
            <a:pPr>
              <a:spcBef>
                <a:spcPts val="0"/>
              </a:spcBef>
              <a:defRPr sz="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▸  Direct Lake Semantic Model</a:t>
            </a:r>
          </a:p>
          <a:p>
            <a:pPr>
              <a:spcBef>
                <a:spcPts val="100"/>
              </a:spcBef>
              <a:defRPr sz="1100" b="0">
                <a:solidFill>
                  <a:srgbClr val="606060"/>
                </a:solidFill>
                <a:latin typeface="Segoe UI"/>
              </a:defRPr>
            </a:pPr>
            <a:r>
              <a:t>    Relationships, DAX, descriptions</a:t>
            </a:r>
          </a:p>
          <a:p>
            <a:pPr>
              <a:spcBef>
                <a:spcPts val="0"/>
              </a:spcBef>
              <a:defRPr sz="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▸  Fabric Ontology</a:t>
            </a:r>
          </a:p>
          <a:p>
            <a:pPr>
              <a:spcBef>
                <a:spcPts val="100"/>
              </a:spcBef>
              <a:defRPr sz="1100" b="0">
                <a:solidFill>
                  <a:srgbClr val="606060"/>
                </a:solidFill>
                <a:latin typeface="Segoe UI"/>
              </a:defRPr>
            </a:pPr>
            <a:r>
              <a:t>    Entity types, properties, relationships</a:t>
            </a:r>
          </a:p>
          <a:p>
            <a:pPr>
              <a:spcBef>
                <a:spcPts val="0"/>
              </a:spcBef>
              <a:defRPr sz="2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1B1B1B"/>
                </a:solidFill>
                <a:latin typeface="Segoe UI"/>
              </a:defRPr>
            </a:pPr>
            <a:r>
              <a:t>▸  Two Output Modes</a:t>
            </a:r>
          </a:p>
          <a:p>
            <a:pPr>
              <a:spcBef>
                <a:spcPts val="100"/>
              </a:spcBef>
              <a:defRPr sz="1100" b="0">
                <a:solidFill>
                  <a:srgbClr val="606060"/>
                </a:solidFill>
                <a:latin typeface="Segoe UI"/>
              </a:defRPr>
            </a:pPr>
            <a:r>
              <a:t>    CSV files only, or full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486400" cy="2926080"/>
          </a:xfrm>
          <a:prstGeom prst="rect">
            <a:avLst/>
          </a:prstGeom>
          <a:solidFill>
            <a:srgbClr val="F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vs. Building the Demo by Hand</a:t>
            </a:r>
          </a:p>
          <a:p>
            <a:pPr>
              <a:spcBef>
                <a:spcPts val="0"/>
              </a:spcBef>
              <a:defRPr sz="4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1B1B"/>
                </a:solidFill>
                <a:latin typeface="Consolas"/>
              </a:defRPr>
            </a:pPr>
            <a:r>
              <a:t>Capability                           By Hand       This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Realistic star schema, 5 industries     Hours    Minutes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Direct Lake model built for you           No        Yes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Descriptions for data agents         Skipped   Built in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Large storage format + framing        Manual  Automatic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Ontology item created                     No        Yes</a:t>
            </a:r>
          </a:p>
          <a:p>
            <a:pPr>
              <a:spcBef>
                <a:spcPts val="200"/>
              </a:spcBef>
              <a:defRPr sz="1100" b="0">
                <a:solidFill>
                  <a:srgbClr val="606060"/>
                </a:solidFill>
                <a:latin typeface="Consolas"/>
              </a:defRPr>
            </a:pPr>
            <a:r>
              <a:t>Repeatable in any workspace           Manual  One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"Stop building demo data. Start demoing."</a:t>
            </a:r>
          </a:p>
          <a:p>
            <a:pPr>
              <a:spcBef>
                <a:spcPts val="0"/>
              </a:spcBef>
              <a:defRPr sz="800" b="0">
                <a:solidFill>
                  <a:srgbClr val="1B1B1B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Believable • Governed • Data-agent ready — provisioned straight into your own Fabric workspace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Types Read from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Never guessed from the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Lakehouse Layout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6080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Classic and schema-enabled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Framed Before You Open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6080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First question returns an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