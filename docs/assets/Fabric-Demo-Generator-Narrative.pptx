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Fabric Data Demo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9CCFF"/>
                </a:solidFill>
                <a:latin typeface="Segoe UI"/>
              </a:defRPr>
            </a:pPr>
            <a:r>
              <a:t>Production-Shaped Demo Data for Microsoft Fabric — in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Segoe UI"/>
              </a:defRPr>
            </a:pPr>
            <a:r>
              <a:t>Microsoft Fabric  +  Direct Lake  +  Data Agents</a:t>
            </a:r>
          </a:p>
          <a:p>
            <a:pPr>
              <a:spcBef>
                <a:spcPts val="1200"/>
              </a:spcBef>
              <a:defRPr sz="1600" b="0">
                <a:solidFill>
                  <a:srgbClr val="888888"/>
                </a:solidFill>
                <a:latin typeface="Segoe UI"/>
              </a:defRPr>
            </a:pPr>
            <a:r>
              <a:t>Retail · Manufacturing · FSI · Healthcare · Life Science</a:t>
            </a:r>
          </a:p>
          <a:p>
            <a:pPr>
              <a:spcBef>
                <a:spcPts val="2000"/>
              </a:spcBef>
              <a:defRPr sz="1400" b="0">
                <a:solidFill>
                  <a:srgbClr val="0078D4"/>
                </a:solidFill>
                <a:latin typeface="Segoe UI"/>
              </a:defRPr>
            </a:pPr>
            <a:r>
              <a:t>github.com/claudiomirti/fabric-demo-generator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🔴 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1B1B"/>
                </a:solidFill>
                <a:latin typeface="Segoe UI"/>
              </a:defRPr>
            </a:pPr>
            <a:r>
              <a:t>Every Fabric demo, POC, or data agent evaluation needs realistic data in a governed model — and building one by hand takes a day.</a:t>
            </a:r>
          </a:p>
          <a:p>
            <a:pPr>
              <a:spcBef>
                <a:spcPts val="0"/>
              </a:spcBef>
              <a:defRPr sz="8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•  Toy CSVs — no star schema, nothing to show</a:t>
            </a:r>
          </a:p>
          <a:p>
            <a:pPr>
              <a:spcBef>
                <a:spcPts val="4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•  Hand-built model — hours of clicking, easy to get wrong</a:t>
            </a:r>
          </a:p>
          <a:p>
            <a:pPr>
              <a:spcBef>
                <a:spcPts val="4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•  Undescribed model — the data agent answers badly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97280"/>
            <a:ext cx="54864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💡  THE WHY</a:t>
            </a:r>
          </a:p>
          <a:p>
            <a:pPr>
              <a:spcBef>
                <a:spcPts val="0"/>
              </a:spcBef>
              <a:defRPr sz="6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"You can't show what a data agent can do on an empty workspace."</a:t>
            </a:r>
          </a:p>
          <a:p>
            <a:pPr>
              <a:spcBef>
                <a:spcPts val="0"/>
              </a:spcBef>
              <a:defRPr sz="6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6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Looks like a real business — a star schema</a:t>
            </a:r>
          </a:p>
          <a:p>
            <a:pPr>
              <a:spcBef>
                <a:spcPts val="4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Direct Lake on OneLake — the modern default</a:t>
            </a:r>
          </a:p>
          <a:p>
            <a:pPr>
              <a:spcBef>
                <a:spcPts val="4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Descriptions on every table, column, measure</a:t>
            </a:r>
          </a:p>
          <a:p>
            <a:pPr>
              <a:spcBef>
                <a:spcPts val="4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Repeatable — any workspace, in minutes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502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⚙️  THE HOW  —  One App. Five Industries. Two Modes.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3474720" cy="182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1 —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Local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663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Fact + 3 dimensions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Up to 10,000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5212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8D4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4572000"/>
            <a:ext cx="3474720" cy="182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4617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2 — Provision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Lakehouse + Delta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1663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CSV → OneLake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Load Table API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Layout auto-detected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212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8D4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4572000"/>
            <a:ext cx="3474720" cy="182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617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3 —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Direct Lake + Ontology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1663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Described model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DAX measures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Framed &amp; ready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🎯  THE WHAT  +  🏆  THE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2926080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One App, A Complete Demo Environment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5 Industry Datasets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Retail, Mfg, FSI, Healthcare, Life Science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Lakehouse + Delta Tables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CSV → OneLake → Load Table API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Direct Lake Semantic Model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Relationships, DAX, descriptions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Fabric Ontology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Entity types, properties, relationships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Two Output Modes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CSV files only, or full provisioning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97280"/>
            <a:ext cx="5486400" cy="2926080"/>
          </a:xfrm>
          <a:prstGeom prst="rect">
            <a:avLst/>
          </a:prstGeom>
          <a:solidFill>
            <a:srgbClr val="FD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vs. Building the Demo by Hand</a:t>
            </a:r>
          </a:p>
          <a:p>
            <a:pPr>
              <a:spcBef>
                <a:spcPts val="0"/>
              </a:spcBef>
              <a:defRPr sz="4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600"/>
              </a:spcBef>
              <a:defRPr sz="1100" b="1">
                <a:solidFill>
                  <a:srgbClr val="1B1B1B"/>
                </a:solidFill>
                <a:latin typeface="Consolas"/>
              </a:defRPr>
            </a:pPr>
            <a:r>
              <a:t>Capability                           By Hand       This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Realistic star schema, 5 industries     Hours    Minutes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Direct Lake model built for you           No        Yes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Descriptions for data agents         Skipped   Built in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Large storage format + framing        Manual  Automatic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Ontology item created                     No        Yes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Repeatable in any workspace           Manual  One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1B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"Stop building demo data. Start demoing."</a:t>
            </a:r>
          </a:p>
          <a:p>
            <a:pPr>
              <a:spcBef>
                <a:spcPts val="0"/>
              </a:spcBef>
              <a:defRPr sz="8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defRPr sz="1400" b="0">
                <a:solidFill>
                  <a:srgbClr val="BBBBBB"/>
                </a:solidFill>
                <a:latin typeface="Segoe UI"/>
              </a:defRPr>
            </a:pPr>
            <a:r>
              <a:t>Believable • Governed • Data-agent ready — provisioned straight into your own Fabric workspace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Types Read from Delta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80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Never guessed from the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806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Lakehouse Layout 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080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Classic and schema-enabled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5806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Framed Before You Open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6080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First question returns an answer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